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6c065bd29a4b83" /><Relationship Type="http://schemas.openxmlformats.org/officeDocument/2006/relationships/extended-properties" Target="/docProps/app.xml" Id="R02064d3582fa48a3" /><Relationship Type="http://schemas.openxmlformats.org/officeDocument/2006/relationships/officeDocument" Target="/ppt/presentation.xml" Id="Rad12df08a2ed4e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9046a2670a46f2"/>
  </p:sldMasterIdLst>
  <p:notesMasterIdLst>
    <p:notesMasterId xmlns:r="http://schemas.openxmlformats.org/officeDocument/2006/relationships" r:id="Rfe16157be2244d13"/>
  </p:notesMasterIdLst>
  <p:sldIdLst>
    <p:sldId xmlns:r="http://schemas.openxmlformats.org/officeDocument/2006/relationships" id="256" r:id="R697719a96ab3426a"/>
    <p:sldId xmlns:r="http://schemas.openxmlformats.org/officeDocument/2006/relationships" id="257" r:id="R68047dfbe8d243ce"/>
    <p:sldId xmlns:r="http://schemas.openxmlformats.org/officeDocument/2006/relationships" id="258" r:id="R1e96e55124f649fe"/>
    <p:sldId xmlns:r="http://schemas.openxmlformats.org/officeDocument/2006/relationships" id="259" r:id="R4a93f4bf2fd44594"/>
    <p:sldId xmlns:r="http://schemas.openxmlformats.org/officeDocument/2006/relationships" id="260" r:id="R5dfb4f85e5d0421a"/>
    <p:sldId xmlns:r="http://schemas.openxmlformats.org/officeDocument/2006/relationships" id="261" r:id="R63ad9cc1f4d14697"/>
    <p:sldId xmlns:r="http://schemas.openxmlformats.org/officeDocument/2006/relationships" id="262" r:id="Rfc06f314a58b4dfe"/>
    <p:sldId xmlns:r="http://schemas.openxmlformats.org/officeDocument/2006/relationships" id="263" r:id="R4affe76fa61647b1"/>
    <p:sldId xmlns:r="http://schemas.openxmlformats.org/officeDocument/2006/relationships" id="264" r:id="Rba699bf76edf4720"/>
    <p:sldId xmlns:r="http://schemas.openxmlformats.org/officeDocument/2006/relationships" id="265" r:id="Rc1092fb3e7264926"/>
    <p:sldId xmlns:r="http://schemas.openxmlformats.org/officeDocument/2006/relationships" id="266" r:id="R17c3b079f724444d"/>
    <p:sldId xmlns:r="http://schemas.openxmlformats.org/officeDocument/2006/relationships" id="267" r:id="R55596cda3e3945c7"/>
    <p:sldId xmlns:r="http://schemas.openxmlformats.org/officeDocument/2006/relationships" id="268" r:id="Rb5560cbd924d46bf"/>
    <p:sldId xmlns:r="http://schemas.openxmlformats.org/officeDocument/2006/relationships" id="269" r:id="R99ec3b6f4ab44f95"/>
    <p:sldId xmlns:r="http://schemas.openxmlformats.org/officeDocument/2006/relationships" id="270" r:id="R5112710c85c04e4a"/>
    <p:sldId xmlns:r="http://schemas.openxmlformats.org/officeDocument/2006/relationships" id="271" r:id="Rca811b0b3a7c48f5"/>
    <p:sldId xmlns:r="http://schemas.openxmlformats.org/officeDocument/2006/relationships" id="272" r:id="R7c84a83eb1b44ca3"/>
    <p:sldId xmlns:r="http://schemas.openxmlformats.org/officeDocument/2006/relationships" id="273" r:id="Rd96568c780a34464"/>
    <p:sldId xmlns:r="http://schemas.openxmlformats.org/officeDocument/2006/relationships" id="274" r:id="R192836e25c0a44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95d4bb5ab041d8" /><Relationship Type="http://schemas.openxmlformats.org/officeDocument/2006/relationships/slideMaster" Target="/ppt/slideMasters/slideMaster1.xml" Id="Rf79046a2670a46f2" /><Relationship Type="http://schemas.openxmlformats.org/officeDocument/2006/relationships/notesMaster" Target="/ppt/notesMasters/notesMaster1.xml" Id="Rfe16157be2244d13" /><Relationship Type="http://schemas.openxmlformats.org/officeDocument/2006/relationships/presProps" Target="/ppt/presProps.xml" Id="R94591fbf6d49442b" /><Relationship Type="http://schemas.openxmlformats.org/officeDocument/2006/relationships/tableStyles" Target="/ppt/tableStyles.xml" Id="Rf1221355c8d9484b" /><Relationship Type="http://schemas.openxmlformats.org/officeDocument/2006/relationships/slide" Target="/ppt/slides/slide1.xml" Id="R697719a96ab3426a" /><Relationship Type="http://schemas.openxmlformats.org/officeDocument/2006/relationships/slide" Target="/ppt/slides/slide2.xml" Id="R68047dfbe8d243ce" /><Relationship Type="http://schemas.openxmlformats.org/officeDocument/2006/relationships/slide" Target="/ppt/slides/slide3.xml" Id="R1e96e55124f649fe" /><Relationship Type="http://schemas.openxmlformats.org/officeDocument/2006/relationships/slide" Target="/ppt/slides/slide4.xml" Id="R4a93f4bf2fd44594" /><Relationship Type="http://schemas.openxmlformats.org/officeDocument/2006/relationships/slide" Target="/ppt/slides/slide5.xml" Id="R5dfb4f85e5d0421a" /><Relationship Type="http://schemas.openxmlformats.org/officeDocument/2006/relationships/slide" Target="/ppt/slides/slide6.xml" Id="R63ad9cc1f4d14697" /><Relationship Type="http://schemas.openxmlformats.org/officeDocument/2006/relationships/slide" Target="/ppt/slides/slide7.xml" Id="Rfc06f314a58b4dfe" /><Relationship Type="http://schemas.openxmlformats.org/officeDocument/2006/relationships/slide" Target="/ppt/slides/slide8.xml" Id="R4affe76fa61647b1" /><Relationship Type="http://schemas.openxmlformats.org/officeDocument/2006/relationships/slide" Target="/ppt/slides/slide9.xml" Id="Rba699bf76edf4720" /><Relationship Type="http://schemas.openxmlformats.org/officeDocument/2006/relationships/slide" Target="/ppt/slides/slide10.xml" Id="Rc1092fb3e7264926" /><Relationship Type="http://schemas.openxmlformats.org/officeDocument/2006/relationships/slide" Target="/ppt/slides/slide11.xml" Id="R17c3b079f724444d" /><Relationship Type="http://schemas.openxmlformats.org/officeDocument/2006/relationships/slide" Target="/ppt/slides/slide12.xml" Id="R55596cda3e3945c7" /><Relationship Type="http://schemas.openxmlformats.org/officeDocument/2006/relationships/slide" Target="/ppt/slides/slide13.xml" Id="Rb5560cbd924d46bf" /><Relationship Type="http://schemas.openxmlformats.org/officeDocument/2006/relationships/slide" Target="/ppt/slides/slide14.xml" Id="R99ec3b6f4ab44f95" /><Relationship Type="http://schemas.openxmlformats.org/officeDocument/2006/relationships/slide" Target="/ppt/slides/slide15.xml" Id="R5112710c85c04e4a" /><Relationship Type="http://schemas.openxmlformats.org/officeDocument/2006/relationships/slide" Target="/ppt/slides/slide16.xml" Id="Rca811b0b3a7c48f5" /><Relationship Type="http://schemas.openxmlformats.org/officeDocument/2006/relationships/slide" Target="/ppt/slides/slide17.xml" Id="R7c84a83eb1b44ca3" /><Relationship Type="http://schemas.openxmlformats.org/officeDocument/2006/relationships/slide" Target="/ppt/slides/slide18.xml" Id="Rd96568c780a34464" /><Relationship Type="http://schemas.openxmlformats.org/officeDocument/2006/relationships/slide" Target="/ppt/slides/slide19.xml" Id="R192836e25c0a44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ec693309c84b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aba62e418e4c97" /><Relationship Type="http://schemas.openxmlformats.org/officeDocument/2006/relationships/notesMaster" Target="/ppt/notesMasters/notesMaster1.xml" Id="R7b6a8cc85d0343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fea6f0e705479f" /><Relationship Type="http://schemas.openxmlformats.org/officeDocument/2006/relationships/notesMaster" Target="/ppt/notesMasters/notesMaster1.xml" Id="R25432e60454c4c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b35ca4538947d7" /><Relationship Type="http://schemas.openxmlformats.org/officeDocument/2006/relationships/notesMaster" Target="/ppt/notesMasters/notesMaster1.xml" Id="R3b7a6c64c6b34c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655505a86409f" /><Relationship Type="http://schemas.openxmlformats.org/officeDocument/2006/relationships/notesMaster" Target="/ppt/notesMasters/notesMaster1.xml" Id="R2a93450a5bed47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a462165ee34f17" /><Relationship Type="http://schemas.openxmlformats.org/officeDocument/2006/relationships/notesMaster" Target="/ppt/notesMasters/notesMaster1.xml" Id="R7a184b1232ee46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956c38df674736" /><Relationship Type="http://schemas.openxmlformats.org/officeDocument/2006/relationships/notesMaster" Target="/ppt/notesMasters/notesMaster1.xml" Id="R7e8ecac7e6ef44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c93d44eb064b12" /><Relationship Type="http://schemas.openxmlformats.org/officeDocument/2006/relationships/notesMaster" Target="/ppt/notesMasters/notesMaster1.xml" Id="R52c847040e1246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ab9bf10fe74e6d" /><Relationship Type="http://schemas.openxmlformats.org/officeDocument/2006/relationships/notesMaster" Target="/ppt/notesMasters/notesMaster1.xml" Id="Rcc1b329ec23040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f74ea0f91144f1" /><Relationship Type="http://schemas.openxmlformats.org/officeDocument/2006/relationships/notesMaster" Target="/ppt/notesMasters/notesMaster1.xml" Id="R9ad52198ad9a42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20d51ff74c4b59" /><Relationship Type="http://schemas.openxmlformats.org/officeDocument/2006/relationships/notesMaster" Target="/ppt/notesMasters/notesMaster1.xml" Id="Rea25412e24444f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7e2b0f9fbf43ec" /><Relationship Type="http://schemas.openxmlformats.org/officeDocument/2006/relationships/notesMaster" Target="/ppt/notesMasters/notesMaster1.xml" Id="Rb8523189e1b84b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be99dc46624ca1" /><Relationship Type="http://schemas.openxmlformats.org/officeDocument/2006/relationships/notesMaster" Target="/ppt/notesMasters/notesMaster1.xml" Id="R0756e06967be40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5becac694d4eb9" /><Relationship Type="http://schemas.openxmlformats.org/officeDocument/2006/relationships/notesMaster" Target="/ppt/notesMasters/notesMaster1.xml" Id="R9ea7e376842e4f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013fcf4ecf4a94" /><Relationship Type="http://schemas.openxmlformats.org/officeDocument/2006/relationships/notesMaster" Target="/ppt/notesMasters/notesMaster1.xml" Id="R62f75d442a324f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86863d47914ac1" /><Relationship Type="http://schemas.openxmlformats.org/officeDocument/2006/relationships/notesMaster" Target="/ppt/notesMasters/notesMaster1.xml" Id="R27e7102407df41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a0f11bd1274ef6" /><Relationship Type="http://schemas.openxmlformats.org/officeDocument/2006/relationships/notesMaster" Target="/ppt/notesMasters/notesMaster1.xml" Id="R5625ffd1a6e341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f94777fef94d28" /><Relationship Type="http://schemas.openxmlformats.org/officeDocument/2006/relationships/notesMaster" Target="/ppt/notesMasters/notesMaster1.xml" Id="Rcfc72e0dd75641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3c4000925a4e7f" /><Relationship Type="http://schemas.openxmlformats.org/officeDocument/2006/relationships/notesMaster" Target="/ppt/notesMasters/notesMaster1.xml" Id="Rf3a817df94d744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2dd4cc0eef472d" /><Relationship Type="http://schemas.openxmlformats.org/officeDocument/2006/relationships/notesMaster" Target="/ppt/notesMasters/notesMaster1.xml" Id="Rabd09177d5a746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Opening question: How do storage arrangements trade pins, clock cycles and decoding effort?</a:t>
            </a:r>
          </a:p>
          <a:p xmlns:a="http://schemas.openxmlformats.org/drawingml/2006/main">
            <a:r>
              <a:t>Outcomes: Trace SISO, SIPO, PISO and PIPO transfers | Determine shift-register latency | Trace ring and Johnson counter cycles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Trace SISO, SIPO, PISO and PIPO transfers</a:t>
            </a:r>
          </a:p>
          <a:p xmlns:a="http://schemas.openxmlformats.org/drawingml/2006/main">
            <a:r>
              <a:t>Determine shift-register latency</a:t>
            </a:r>
          </a:p>
          <a:p xmlns:a="http://schemas.openxmlformats.org/drawingml/2006/main">
            <a:r>
              <a:t>Trace ring and Johnson counter cycles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Ask students for an initial answer: How do storage arrangements trade pins, clock cycles and decoding effort?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One flip-flop stores one bit.</a:t>
            </a:r>
          </a:p>
          <a:p xmlns:a="http://schemas.openxmlformats.org/drawingml/2006/main">
            <a:r>
              <a:t>Several stages can update on the same edge.</a:t>
            </a:r>
          </a:p>
          <a:p xmlns:a="http://schemas.openxmlformats.org/drawingml/2006/main">
            <a:r>
              <a:t>A feedback connection can turn a register into a counter.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SISO: serial input and serial output</a:t>
            </a:r>
          </a:p>
          <a:p xmlns:a="http://schemas.openxmlformats.org/drawingml/2006/main">
            <a:r>
              <a:t>SIPO: serial input and parallel output</a:t>
            </a:r>
          </a:p>
          <a:p xmlns:a="http://schemas.openxmlformats.org/drawingml/2006/main">
            <a:r>
              <a:t>PISO: parallel input and serial output</a:t>
            </a:r>
          </a:p>
          <a:p xmlns:a="http://schemas.openxmlformats.org/drawingml/2006/main">
            <a:r>
              <a:t>Johnson counter: shift register fed by the inverse end bit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Label the stage order and shift direction.</a:t>
            </a:r>
          </a:p>
          <a:p xmlns:a="http://schemas.openxmlformats.org/drawingml/2006/main">
            <a:r>
              <a:t>Write the whole word after each active edge.</a:t>
            </a:r>
          </a:p>
          <a:p xmlns:a="http://schemas.openxmlformats.org/drawingml/2006/main">
            <a:r>
              <a:t>Count unique states until a feedback cycle returns to reset.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Mark bit order, shift direction, and whether load is serial or parallel.</a:t>
            </a:r>
          </a:p>
          <a:p xmlns:a="http://schemas.openxmlformats.org/drawingml/2006/main">
            <a:r>
              <a:t>Write the entire register word after each active edge.</a:t>
            </a:r>
          </a:p>
          <a:p xmlns:a="http://schemas.openxmlformats.org/drawingml/2006/main">
            <a:r>
              <a:t>For feedback counters, continue until the initial word returns and count unique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Fill a SIPO register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Prompt: A four-stage register begins 0000. Enter serial bits 1,0,1,1 at the left end on four edges.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After 1: 1000.</a:t>
            </a:r>
          </a:p>
          <a:p xmlns:a="http://schemas.openxmlformats.org/drawingml/2006/main">
            <a:r>
              <a:t>After 0: 0100.</a:t>
            </a:r>
          </a:p>
          <a:p xmlns:a="http://schemas.openxmlformats.org/drawingml/2006/main">
            <a:r>
              <a:t>After 1: 1010.</a:t>
            </a:r>
          </a:p>
          <a:p xmlns:a="http://schemas.openxmlformats.org/drawingml/2006/main">
            <a:r>
              <a:t>After 1: 1101.</a:t>
            </a:r>
          </a:p>
          <a:p xmlns:a="http://schemas.openxmlformats.org/drawingml/2006/main">
            <a:r>
              <a:t>Answer: The parallel word is 1101 after four edges.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Ring counter | Recirculates one asserted bit. | N intended states for N stages.</a:t>
            </a:r>
          </a:p>
          <a:p xmlns:a="http://schemas.openxmlformats.org/drawingml/2006/main">
            <a:r>
              <a:t>Johnson counter | Feeds back the complement of the end bit. | 2N intended states from reset.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Select a transfer mode, load a word or enter serial bits, and advance one edge at a time.</a:t>
            </a:r>
          </a:p>
          <a:p xmlns:a="http://schemas.openxmlformats.org/drawingml/2006/main">
            <a:r>
              <a:t>Load 1011 in PISO mode and ask for the output sequence before clocking.</a:t>
            </a:r>
          </a:p>
          <a:p xmlns:a="http://schemas.openxmlformats.org/drawingml/2006/main">
            <a:r>
              <a:t>Toggle between ring and Johnson modes and count states to reset.</a:t>
            </a:r>
          </a:p>
          <a:p xmlns:a="http://schemas.openxmlformats.org/drawingml/2006/main">
            <a:r>
              <a:t>Have students distinguish a bit’s entry latency from the full word’s fill latency.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Start a four-stage register at 0000. Shift in 1,0,1,1 at the left. Record the word after every edge and identify the SIPO output.</a:t>
            </a:r>
          </a:p>
          <a:p xmlns:a="http://schemas.openxmlformats.org/drawingml/2006/main">
            <a:r>
              <a:t>Deliverable: Four edge-by-edge register words and the final parallel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Prompt: Starting at 0000, shift right and insert the inverse of the rightmost bit.</a:t>
            </a:r>
          </a:p>
          <a:p xmlns:a="http://schemas.openxmlformats.org/drawingml/2006/main">
            <a:r>
              <a:t>First move: First four edges: 1000, 1100, 1110, 1111.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Trace a four-stage Johnson counter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First four edges: 1000, 1100, 1110, 1111.</a:t>
            </a:r>
          </a:p>
          <a:p xmlns:a="http://schemas.openxmlformats.org/drawingml/2006/main">
            <a:r>
              <a:t>Now the rightmost bit is 1, so zeros enter.</a:t>
            </a:r>
          </a:p>
          <a:p xmlns:a="http://schemas.openxmlformats.org/drawingml/2006/main">
            <a:r>
              <a:t>Next states: 0111, 0011, 0001, 0000.</a:t>
            </a:r>
          </a:p>
          <a:p xmlns:a="http://schemas.openxmlformats.org/drawingml/2006/main">
            <a:r>
              <a:t>Answer: The cycle has eight states, equal to 2N for N=4.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TEMPTING CLAIM: Four serial bits enter a four-stage register in one edge.</a:t>
            </a:r>
          </a:p>
          <a:p xmlns:a="http://schemas.openxmlformats.org/drawingml/2006/main">
            <a:r>
              <a:t>WHY IT FAILS: Serial input accepts one new bit at each edge.</a:t>
            </a:r>
          </a:p>
          <a:p xmlns:a="http://schemas.openxmlformats.org/drawingml/2006/main">
            <a:r>
              <a:t>REPAIR: Write the full register word after every 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Q1: How many intended states has a five-stage one-hot ring counter?</a:t>
            </a:r>
          </a:p>
          <a:p xmlns:a="http://schemas.openxmlformats.org/drawingml/2006/main">
            <a:r>
              <a:t>Hint: The single 1 occupies each stage once.</a:t>
            </a:r>
          </a:p>
          <a:p xmlns:a="http://schemas.openxmlformats.org/drawingml/2006/main">
            <a:r>
              <a:t>Answer: Five.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A loaded four-bit PISO register emits its rightmost bit first. What serial sequence comes from 1011?</a:t>
            </a:r>
          </a:p>
          <a:p xmlns:a="http://schemas.openxmlformats.org/drawingml/2006/main">
            <a:r>
              <a:t>Hint: Read rightmost bit, then shift right each edge.</a:t>
            </a:r>
          </a:p>
          <a:p xmlns:a="http://schemas.openxmlformats.org/drawingml/2006/main">
            <a:r>
              <a:t>Answer: 1, 1, 0,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Q1: How many intended states has a five-stage one-hot ring counter?</a:t>
            </a:r>
          </a:p>
          <a:p xmlns:a="http://schemas.openxmlformats.org/drawingml/2006/main">
            <a:r>
              <a:t>Five.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A loaded four-bit PISO register emits its rightmost bit first. What serial sequence comes from 1011?</a:t>
            </a:r>
          </a:p>
          <a:p xmlns:a="http://schemas.openxmlformats.org/drawingml/2006/main">
            <a:r>
              <a:t>1, 1, 0, 1.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19 | Week 11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8 §§8.1–8.2, pp. 493–506.</a:t>
            </a:r>
          </a:p>
          <a:p xmlns:a="http://schemas.openxmlformats.org/drawingml/2006/main">
            <a:r>
              <a:t>Companion animation: lesson-05.html</a:t>
            </a:r>
          </a:p>
          <a:p xmlns:a="http://schemas.openxmlformats.org/drawingml/2006/main">
            <a:r>
              <a:t>Trace SISO, SIPO, PISO and PIPO transfers</a:t>
            </a:r>
          </a:p>
          <a:p xmlns:a="http://schemas.openxmlformats.org/drawingml/2006/main">
            <a:r>
              <a:t>Determine shift-register latency</a:t>
            </a:r>
          </a:p>
          <a:p xmlns:a="http://schemas.openxmlformats.org/drawingml/2006/main">
            <a:r>
              <a:t>Trace ring and Johnson counter cycles</a:t>
            </a:r>
          </a:p>
          <a:p xmlns:a="http://schemas.openxmlformats.org/drawingml/2006/main">
            <a:r>
              <a:t>Next companion: lesson-06.html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cdd120c074d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d39434b0c49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317f8b38e48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12546908d4c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9d36bae8a4f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8fa8eff104d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55B8BE-E9C5-4AB2-A758-B7D07A1F8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39F2DD-E1AE-4234-99A0-6721BA4F61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7FEDA6-F915-4453-A034-D45B16832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A19116-C633-4574-AFCF-4539356B1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6B329A-C2E6-4D85-97CE-94E9A3F90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427CB4-A0CD-46C2-8D39-8774AE6EE3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C53B3F-FE2C-47F9-95F3-1FE2493562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DC2ED4-6B5A-4BA1-A6C1-261224AA46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FC921F-0F48-4847-9C98-03132500FD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507F69-ED5B-45F9-B376-CD962F8C16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9fcac3abd348ec" /><Relationship Type="http://schemas.openxmlformats.org/officeDocument/2006/relationships/slideLayout" Target="/ppt/slideLayouts/slideLayout1.xml" Id="Rb12c61fb6bba48b5" /><Relationship Type="http://schemas.openxmlformats.org/officeDocument/2006/relationships/slideLayout" Target="/ppt/slideLayouts/slideLayout2.xml" Id="R99e176e3ea5d466f" /><Relationship Type="http://schemas.openxmlformats.org/officeDocument/2006/relationships/slideLayout" Target="/ppt/slideLayouts/slideLayout3.xml" Id="R7fdec52d05dc44c0" /><Relationship Type="http://schemas.openxmlformats.org/officeDocument/2006/relationships/slideLayout" Target="/ppt/slideLayouts/slideLayout4.xml" Id="Rb76820e3c3814025" /><Relationship Type="http://schemas.openxmlformats.org/officeDocument/2006/relationships/slideLayout" Target="/ppt/slideLayouts/slideLayout5.xml" Id="R745ee648dfc84dbd" /><Relationship Type="http://schemas.openxmlformats.org/officeDocument/2006/relationships/slideLayout" Target="/ppt/slideLayouts/slideLayout6.xml" Id="Rfad3a6bc58a545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2c61fb6bba48b5"/>
    <p:sldLayoutId xmlns:r="http://schemas.openxmlformats.org/officeDocument/2006/relationships" id="2147483650" r:id="R99e176e3ea5d466f"/>
    <p:sldLayoutId xmlns:r="http://schemas.openxmlformats.org/officeDocument/2006/relationships" id="2147483651" r:id="R7fdec52d05dc44c0"/>
    <p:sldLayoutId xmlns:r="http://schemas.openxmlformats.org/officeDocument/2006/relationships" id="2147483652" r:id="Rb76820e3c3814025"/>
    <p:sldLayoutId xmlns:r="http://schemas.openxmlformats.org/officeDocument/2006/relationships" id="2147483653" r:id="R745ee648dfc84dbd"/>
    <p:sldLayoutId xmlns:r="http://schemas.openxmlformats.org/officeDocument/2006/relationships" id="2147483654" r:id="Rfad3a6bc58a545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bfc0d9ef554a4b" /><Relationship Type="http://schemas.openxmlformats.org/officeDocument/2006/relationships/image" Target="/ppt/media/image.png" Id="Rceafaac145ce453c" /><Relationship Type="http://schemas.openxmlformats.org/officeDocument/2006/relationships/image" Target="/ppt/media/image2.png" Id="R9f200aa238744bdf" /><Relationship Type="http://schemas.openxmlformats.org/officeDocument/2006/relationships/notesSlide" Target="/ppt/notesSlides/notesSlide1.xml" Id="R45f3af3d71b049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77e5bfda64ff1" /><Relationship Type="http://schemas.openxmlformats.org/officeDocument/2006/relationships/image" Target="/ppt/media/image3.png" Id="R26d5aa3eb6fb40ec" /><Relationship Type="http://schemas.openxmlformats.org/officeDocument/2006/relationships/image" Target="/ppt/media/image4.png" Id="Re2cad911609d4165" /><Relationship Type="http://schemas.openxmlformats.org/officeDocument/2006/relationships/notesSlide" Target="/ppt/notesSlides/notesSlide2.xml" Id="R8d3a7d56359a41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6c25e5db74122" /><Relationship Type="http://schemas.openxmlformats.org/officeDocument/2006/relationships/image" Target="/ppt/media/image5.png" Id="Rbc2fa88e19364676" /><Relationship Type="http://schemas.openxmlformats.org/officeDocument/2006/relationships/image" Target="/ppt/media/image6.png" Id="R4f0a8c49ce674ef5" /><Relationship Type="http://schemas.openxmlformats.org/officeDocument/2006/relationships/notesSlide" Target="/ppt/notesSlides/notesSlide3.xml" Id="Rd92c28683ff44d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9ca29c2254a23" /><Relationship Type="http://schemas.openxmlformats.org/officeDocument/2006/relationships/image" Target="/ppt/media/image7.png" Id="Ra26c5d64d8a0457c" /><Relationship Type="http://schemas.openxmlformats.org/officeDocument/2006/relationships/image" Target="/ppt/media/image8.png" Id="R15965c7a768a450e" /><Relationship Type="http://schemas.openxmlformats.org/officeDocument/2006/relationships/notesSlide" Target="/ppt/notesSlides/notesSlide4.xml" Id="Rd1362b3593ee47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afd34713543b8" /><Relationship Type="http://schemas.openxmlformats.org/officeDocument/2006/relationships/image" Target="/ppt/media/image9.png" Id="Ra1447ce70bba4763" /><Relationship Type="http://schemas.openxmlformats.org/officeDocument/2006/relationships/image" Target="/ppt/media/image10.png" Id="Ra7e51709f52244e8" /><Relationship Type="http://schemas.openxmlformats.org/officeDocument/2006/relationships/notesSlide" Target="/ppt/notesSlides/notesSlide5.xml" Id="R7ff3079b9395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40010cbb345ae" /><Relationship Type="http://schemas.openxmlformats.org/officeDocument/2006/relationships/image" Target="/ppt/media/image11.png" Id="R3bff7eb551d34c24" /><Relationship Type="http://schemas.openxmlformats.org/officeDocument/2006/relationships/image" Target="/ppt/media/image12.png" Id="R091bab646ae647f8" /><Relationship Type="http://schemas.openxmlformats.org/officeDocument/2006/relationships/notesSlide" Target="/ppt/notesSlides/notesSlide6.xml" Id="Rfe0af6f8583e4f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67127aea44498" /><Relationship Type="http://schemas.openxmlformats.org/officeDocument/2006/relationships/image" Target="/ppt/media/image13.png" Id="R196a65c361ce47d9" /><Relationship Type="http://schemas.openxmlformats.org/officeDocument/2006/relationships/image" Target="/ppt/media/image14.png" Id="R970b309dcfb844db" /><Relationship Type="http://schemas.openxmlformats.org/officeDocument/2006/relationships/notesSlide" Target="/ppt/notesSlides/notesSlide7.xml" Id="R15e43152b9ce4e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0830fff634691" /><Relationship Type="http://schemas.openxmlformats.org/officeDocument/2006/relationships/image" Target="/ppt/media/image15.png" Id="R2b163302337242d5" /><Relationship Type="http://schemas.openxmlformats.org/officeDocument/2006/relationships/image" Target="/ppt/media/image16.png" Id="R20ff47b1d20b4015" /><Relationship Type="http://schemas.openxmlformats.org/officeDocument/2006/relationships/notesSlide" Target="/ppt/notesSlides/notesSlide8.xml" Id="Re4aaf629ce4343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37343f5fa4dd2" /><Relationship Type="http://schemas.openxmlformats.org/officeDocument/2006/relationships/image" Target="/ppt/media/image17.png" Id="R6402101160d84f62" /><Relationship Type="http://schemas.openxmlformats.org/officeDocument/2006/relationships/image" Target="/ppt/media/image18.png" Id="Rcd1e1fb709bb40e1" /><Relationship Type="http://schemas.openxmlformats.org/officeDocument/2006/relationships/notesSlide" Target="/ppt/notesSlides/notesSlide9.xml" Id="R496f65f2ee1645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23cf0183e42dd" /><Relationship Type="http://schemas.openxmlformats.org/officeDocument/2006/relationships/image" Target="/ppt/media/image19.png" Id="Rb88ebfae1ddd44a7" /><Relationship Type="http://schemas.openxmlformats.org/officeDocument/2006/relationships/image" Target="/ppt/media/image20.png" Id="Rd861a4dd5ca24287" /><Relationship Type="http://schemas.openxmlformats.org/officeDocument/2006/relationships/notesSlide" Target="/ppt/notesSlides/notesSlide10.xml" Id="R29939c0c9bac4d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7066a8ffa4e58" /><Relationship Type="http://schemas.openxmlformats.org/officeDocument/2006/relationships/image" Target="/ppt/media/image21.png" Id="Rb768dd32d94746f4" /><Relationship Type="http://schemas.openxmlformats.org/officeDocument/2006/relationships/image" Target="/ppt/media/image22.png" Id="Ra5664bb98e63431d" /><Relationship Type="http://schemas.openxmlformats.org/officeDocument/2006/relationships/notesSlide" Target="/ppt/notesSlides/notesSlide11.xml" Id="R00b5ea117f174a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02c5870bf451c" /><Relationship Type="http://schemas.openxmlformats.org/officeDocument/2006/relationships/image" Target="/ppt/media/image23.png" Id="Rf764a6e0626d4bc3" /><Relationship Type="http://schemas.openxmlformats.org/officeDocument/2006/relationships/image" Target="/ppt/media/image24.png" Id="R1f985dedadd7420b" /><Relationship Type="http://schemas.openxmlformats.org/officeDocument/2006/relationships/notesSlide" Target="/ppt/notesSlides/notesSlide12.xml" Id="R4c764c88361041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3eb5cbe374849" /><Relationship Type="http://schemas.openxmlformats.org/officeDocument/2006/relationships/image" Target="/ppt/media/image25.png" Id="R3783698ee93c4adb" /><Relationship Type="http://schemas.openxmlformats.org/officeDocument/2006/relationships/image" Target="/ppt/media/image26.png" Id="Re420b30ada704ae8" /><Relationship Type="http://schemas.openxmlformats.org/officeDocument/2006/relationships/notesSlide" Target="/ppt/notesSlides/notesSlide13.xml" Id="R0e8726da29804c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1a24477c5464a" /><Relationship Type="http://schemas.openxmlformats.org/officeDocument/2006/relationships/image" Target="/ppt/media/image27.png" Id="Rbd7aed08fd254c83" /><Relationship Type="http://schemas.openxmlformats.org/officeDocument/2006/relationships/image" Target="/ppt/media/image28.png" Id="Rc2610c606ba44274" /><Relationship Type="http://schemas.openxmlformats.org/officeDocument/2006/relationships/notesSlide" Target="/ppt/notesSlides/notesSlide14.xml" Id="R8f4cdb86a56f43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ae366cd564758" /><Relationship Type="http://schemas.openxmlformats.org/officeDocument/2006/relationships/image" Target="/ppt/media/image29.png" Id="Rde842a4b9192487c" /><Relationship Type="http://schemas.openxmlformats.org/officeDocument/2006/relationships/image" Target="/ppt/media/image30.png" Id="Rf63515bc33e94bf5" /><Relationship Type="http://schemas.openxmlformats.org/officeDocument/2006/relationships/notesSlide" Target="/ppt/notesSlides/notesSlide15.xml" Id="R829ce8a77ea74c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bba7985634fd8" /><Relationship Type="http://schemas.openxmlformats.org/officeDocument/2006/relationships/image" Target="/ppt/media/image31.png" Id="R7fbfa5c392ba4e54" /><Relationship Type="http://schemas.openxmlformats.org/officeDocument/2006/relationships/image" Target="/ppt/media/image32.png" Id="R15252a937b774cb2" /><Relationship Type="http://schemas.openxmlformats.org/officeDocument/2006/relationships/notesSlide" Target="/ppt/notesSlides/notesSlide16.xml" Id="R782c71cf82694f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c6796645745c8" /><Relationship Type="http://schemas.openxmlformats.org/officeDocument/2006/relationships/image" Target="/ppt/media/image33.png" Id="R3482c48e258240b5" /><Relationship Type="http://schemas.openxmlformats.org/officeDocument/2006/relationships/image" Target="/ppt/media/image34.png" Id="Rc06f566962a24c88" /><Relationship Type="http://schemas.openxmlformats.org/officeDocument/2006/relationships/notesSlide" Target="/ppt/notesSlides/notesSlide17.xml" Id="R746f49e5afe349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59513de0b4e22" /><Relationship Type="http://schemas.openxmlformats.org/officeDocument/2006/relationships/image" Target="/ppt/media/image35.png" Id="R6f43efa3c8344dbe" /><Relationship Type="http://schemas.openxmlformats.org/officeDocument/2006/relationships/image" Target="/ppt/media/image36.png" Id="R778fc404ae96402f" /><Relationship Type="http://schemas.openxmlformats.org/officeDocument/2006/relationships/notesSlide" Target="/ppt/notesSlides/notesSlide18.xml" Id="Re0158a4086a64f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9deece96e4361" /><Relationship Type="http://schemas.openxmlformats.org/officeDocument/2006/relationships/image" Target="/ppt/media/image37.png" Id="Rb466e084813e4b10" /><Relationship Type="http://schemas.openxmlformats.org/officeDocument/2006/relationships/image" Target="/ppt/media/image38.png" Id="Rbdfc6e85e9774106" /><Relationship Type="http://schemas.openxmlformats.org/officeDocument/2006/relationships/notesSlide" Target="/ppt/notesSlides/notesSlide19.xml" Id="R5df953316a444f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D5E83-D67B-4675-A5C9-B74652D98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faac145ce453c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9226D-913C-4509-A393-64900AA739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00aa238744bdf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94DE3-A5C2-48CE-950B-2D62AFBF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930F8-6896-418B-BAC5-15215737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Registers and counter families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8B130-ACAC-4080-9159-AA0287E1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11 · Lecture 1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7CFDE-129E-4DB1-B1BA-347C205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97FEC-205A-41B5-8CB0-3BD382DB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3438B-3B57-4160-8D32-9419D8C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</p:spTree>
    <p:extLst>
      <p:ext uri="{BB962C8B-B14F-4D97-AF65-F5344CB8AC3E}">
        <p14:creationId xmlns:p14="http://schemas.microsoft.com/office/powerpoint/2010/main" val="1305341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F92E3-7493-4983-9554-178CDD446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5aa3eb6fb40e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CFC10-F754-46ED-B2D1-20071461C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ad911609d416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5709D-9FEA-4D44-AD1A-124492CF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5787A-C24C-4DBC-B03A-ED906287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42C4E-F0D3-4A91-BDE1-9D55EF56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097A2-CE14-487B-AC59-6C8E86B3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8C66E-A0D1-4929-9A14-FDED885D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3ED37-26A9-4B71-A9F6-533CF778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63C54-EAF3-49EA-8D66-3E3B3ECC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EC85D-7513-4070-BB82-44758FAF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F40A3-744B-407D-94C2-05B1A07A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685ED-14FC-4EF0-822B-4DA2A23A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B3A0A-3276-41DE-B944-F32CBE8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8C215-7A08-4BC3-837E-ADD95DB7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D1CCD-EDB7-4F20-BFBD-9D43BB87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5D627-5D2F-4321-B5F6-1540F9EE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05, Registers and counter families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4B469-24E4-472E-8372-F60D0EE7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61143-46AD-4B9C-8029-A488E11F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EA2ED-4468-48D3-9B0D-8823B9A7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B7BEB-C601-4BEB-9D49-4587CCAE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1714342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FFA0C-2419-4DA5-8DF4-6E0DEB8721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fa88e1936467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040C7-0112-440D-ACFA-C88500F51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a8c49ce674ef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96EE6-72DE-4A2D-9338-E389B25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95936-749A-4B28-B919-A73F9879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EA091-9303-441E-AB62-E5095613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4E462-B476-473B-AD02-5F244D06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DFA4A-E4D1-441F-B369-F0748809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1CE50-072C-47DF-B2E6-05208E89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E046D-397A-4658-A8BA-741C78CF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DA03E-3D89-4B49-90D1-4DCB4C2F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B92BE-8593-44EC-9C8D-202791FA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6BD27-13BD-455C-B9E3-C11E85A5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B777D-B93A-4D05-81D8-65DCAB34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SISO, SIPO, PISO and PIPO transfers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06D89-28E4-417B-BAE5-5F3C7D31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84248-C689-4129-9E61-CFB8B868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Determine shift-register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C8D11-FA8B-4A32-9948-24EAE60C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93066-733F-460F-9C06-012E087F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ring and Johnson counter cycles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FF78C-0B15-4EB2-8462-9B9E75CA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Serial, parallel, shift registers and counters</a:t>
            </a:r>
          </a:p>
        </p:txBody>
      </p:sp>
    </p:spTree>
    <p:extLst>
      <p:ext uri="{BB962C8B-B14F-4D97-AF65-F5344CB8AC3E}">
        <p14:creationId xmlns:p14="http://schemas.microsoft.com/office/powerpoint/2010/main" val="1028436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76EE8-27F0-403D-BC1D-0E9441FFF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c5d64d8a0457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F2F99-3CE3-4B4A-BDF1-A69D9E674E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65c7a768a450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ABB29-5C2D-4F72-8C56-1D0DD534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1426B-4CBD-46C2-8746-B90E4E1C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611DF-F02B-4709-84F9-67857CD0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92316-B1F0-479E-8E5D-39D43697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B8288-D30A-43DB-9EA0-92413D3B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A52FB-6057-4DA2-ADAD-D7039951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1F85-B2B2-4D38-AD7E-244A5FEE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2D158-C30C-458D-A94F-D24BE927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E911A-4553-4F9C-9405-4B99AB4E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5D2CB-EB46-4F44-BAED-1A8B6437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How do storage arrangements trade pins, clock cycles and decoding effort?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FE3F3-0DD8-45E9-94C5-FC7784A9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2059187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BD43A-878F-445D-B4C3-7B50AF5508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47ce70bba476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39A91-3C93-4735-BFB9-7D320190E1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51709f52244e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02C55-F855-444C-9FE9-364467BD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5916B-F0AA-477D-938E-0FE30B0E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FE35C-3C43-4B10-BF0F-5D1BA35A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7A12-BB8D-4167-B306-C6BF2E00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C0F9B-7B45-4560-A257-BBFE7249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1D318-CF12-41B7-8A08-25BC241B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A831F-C6C9-4B38-8197-E8040366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C7AA9-065E-4578-848F-AB93C7CB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F57D1-BABB-4EB6-B52D-DA6DEE4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E8A9F-617E-49E3-A4A3-F13AFA81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EC5E5-7ECD-4BE2-ADD9-511067DB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One flip-flop stores one bit.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829FC-655E-4E01-B9CC-D7E76B13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30B3D-A118-4F4C-A15A-63D290EC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6E593-DC9E-4911-A85E-7B5E3144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Several stages can update on the same 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A1146-811F-49BC-8AB0-E8397E09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4C067-8832-4816-BA8E-3307C513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4EA7D-0748-41E6-A159-1CBA792A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feedback connection can turn a register into a counter.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477DE-59B9-4FCF-8DA3-BCAC69CD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1272394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DBB95-B6F3-4E7D-B6DF-AD7D25F5AF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f7eb551d34c2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EE1B5-6BA1-4B65-9D1C-862858683D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bab646ae647f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06E75-9862-4CD7-9928-14484D26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52489-25DB-4F7F-A128-643D5468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7FA99-1C3C-46E9-A9A1-A8982D0E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5DAFB-ECCC-46EA-91BE-87E4113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45B17-92DD-48B7-84A5-1C0EEB38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975A5-5D75-4C3E-AB09-1B1355D5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469EA-0D72-40BA-A433-02D60E5D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2DDFF-DBF1-481E-A41B-242BB35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F33D0-CC52-4878-B925-D34951B7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14F39-59F4-46A6-89F7-67B6BE84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SISO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A0B8A-9C4C-4FFD-9F9C-805F04BE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serial input and serial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AE3FC-F55A-45C8-8DA8-D5C2E1CE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9DDCE-84E5-43CF-B08F-B94D6226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SIPO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3FAE5-4C38-45AE-8F79-F9DBEE34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serial input and parallel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1FA88-4149-47BF-AA4F-FE70DC33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28B07-D94D-42BB-A31D-9AFFA8D2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PISO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EB6AE-893E-4D2E-A005-90595CAB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parallel input and serial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1E332-CBDD-4645-91F0-0E6CF5D8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F0B1B-FA20-4B9A-9E45-EC0439B3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Johnson counter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A9F8F-E22D-415E-888C-3A8149FF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shift register fed by the inverse end bit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65C1C-2C75-4DC0-B84B-1DEB705C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30841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D0C63-BB8B-452E-ADBD-9A2FF6FB72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a65c361ce47d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15AA2-8C65-4CC9-90AF-B08F28B44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b309dcfb844d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83ECA-7FF3-4227-9628-15D39E2F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EF026-BCC4-4759-8727-6638B39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04B6D-21F8-4C15-BD13-DF21605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8F77E-4134-47B3-B8A8-9EC4AC89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8D671-64CD-4109-8724-4BC918ED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D534C-A2B5-4C3D-A336-910551FC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A6461-C6F4-4CB9-A5B8-24DF2A94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C354C-3616-42D9-AD75-5E3D80AC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F5FD2-51FF-4337-BC3A-6D2E52A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3CA30-EA37-4A69-8D3F-95D013E6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Label the stage order and shift direction.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6E5F2-643E-4360-BEAB-CB8F89C5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C7ADA-27EF-42E1-B339-3DCDA444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whole word after each active edge.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BDF85-25AC-42FF-9457-87FF7800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6C7CA-3E10-49DD-881D-044BECE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Count unique states until a feedback cycle returns to reset.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C4453-B4D4-4A7F-B55E-185E4B4A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CE61D-A802-4A27-8DD9-C5748569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4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How do storage arrangements trade pins, clock cycles and decoding effort?</a:t>
            </a:r>
          </a:p>
        </p:txBody>
      </p:sp>
    </p:spTree>
    <p:extLst>
      <p:ext uri="{BB962C8B-B14F-4D97-AF65-F5344CB8AC3E}">
        <p14:creationId xmlns:p14="http://schemas.microsoft.com/office/powerpoint/2010/main" val="1728445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DFDC9-45F9-454F-9FAA-D29E225BB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63302337242d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0BD05-0A04-48E7-A180-A30DF64E74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f47b1d20b401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C811F-E220-4CEC-908B-E72E06AA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E79F2-914E-465D-AE38-5E955BF0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7C6A6-3574-4B08-A130-CAF3015F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2205-3669-4103-B230-CD121724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1C05F-9979-4AB0-A7F0-FF1C8B84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F9B9B-D30E-4C59-B8E8-44E1B395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59BE4-B596-41D9-8A16-F70CB3A1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68628-0F12-4BE1-9EEE-AD75FF51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F88F3-1961-4684-8984-C6CCCF8A79CB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2647950"/>
                <a:gridCol w="2647950"/>
                <a:gridCol w="264795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Mode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Input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Typical purpose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SISO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Serial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Serial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Delay line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SIPO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Serial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Parallel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Receive a word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PISO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Parallel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Serial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Transmit a word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PIPO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Parallel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Parallel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Store a word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A7A74-9D0F-4E6D-A543-80362A32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20592678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D2157-23CC-43D4-AC02-8F3351DC97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2101160d84f6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2C2A7-2B4D-42C0-8DB4-442CD1931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e1fb709bb40e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D3BB-3A99-48A6-9479-2D582CB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83DD7-1543-488F-9FE8-5BF37402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83772-5829-4B6A-AE11-0C2845B8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E01DA-2510-4C51-97B7-5A72EC80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FE831-AED7-4388-80BA-F4BDDBA9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6DAED-C9AD-425D-84C4-F1ED762C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1A480-1EC6-4613-B7C5-631D6758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69B35-AA0C-46C3-9A9E-F6F17500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A8AE8-DC1E-482E-9524-DBA72399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AE1A8-7F67-47EE-9E90-A9E85928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AAFA1-D7A9-4E65-8D64-1C4867CA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Mark bit order, shift direction, and whether load is serial or parallel.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B6F75-AC93-4F14-AF4E-77A1AD0D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92366-129B-40BA-8C2E-D7858FD2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F48BE-5C69-4AF4-A71C-27565E79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entire register word after each active 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E77B1-EB0E-4304-A467-44980067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7757D-641E-4F4A-856A-AC766C5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30607-0882-4E8F-A7BE-7CBAE03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feedback counters, continue until the initial word returns and count unique states.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D562E-2F29-44FC-8618-058FFDFA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6563D-AA04-47CB-819D-C54F4DB8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5388545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2A457-A830-4F9E-8ECE-1AD9824B0A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ebfae1ddd44a7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621E1-B1E1-4D73-9A6B-059252CB9A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1a4dd5ca2428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B664D-78D9-4FC2-933B-7D2F75E6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3C581-0936-4512-AECB-D17DAA3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Fill a SIPO 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37BD5-DE8C-4ADF-B847-E8C3DE11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A97EB-C95E-446D-9F3E-0AFCE4B9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4FB6B-FE2F-426E-9A80-CBAE58FC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E17EA-7700-4DF7-A9E6-EB732BED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BBB63-26BD-4188-871B-920594D2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E4062-D7AF-4AD5-B2E8-D5D94DF4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8135C-097B-40A7-AD95-F07771C0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CFBD5-F842-469E-93DA-D9AB1A7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four-stage register begins 0000. Enter serial bits 1,0,1,1 at the left end on four edges.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C571F-20AE-415B-BECD-812CB000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AD693-FBD5-442F-BB4D-A2E8AF6C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After 1: 1000.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ABA20-8037-4476-BB94-DAD598E9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6F0CD-8973-48AC-A880-6AD33C89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After 0: 0100.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0963D-BC0B-4855-B0F5-F3CEF201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007EC-A993-43CE-831A-6C15CE1B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After 1: 1010.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08D0A-109E-429B-ADD5-0C7990D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B70C6-A248-422F-AB50-012A292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After 1: 1101.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3E562-930A-4B87-B452-9831BDDD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C9225-312F-4B2A-BA1C-0BB032C0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parallel word is 1101 after four edges.</a:t>
            </a:r>
          </a:p>
        </p:txBody>
      </p:sp>
    </p:spTree>
    <p:extLst>
      <p:ext uri="{BB962C8B-B14F-4D97-AF65-F5344CB8AC3E}">
        <p14:creationId xmlns:p14="http://schemas.microsoft.com/office/powerpoint/2010/main" val="250144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DDDA2-1CA7-43A7-87AF-9A5BD2D957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8dd32d94746f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9FC94-6980-472A-98CB-23C4F60E6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64bb98e63431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D4935-0F10-47CD-807C-295EB8CE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E7125-4BEB-4569-B6CF-9989BFC4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2F55A-2772-44F1-A33F-BB2D98FF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D8EDD-3454-4FC7-995B-E9BEEF9B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E8455-6A50-4627-B9CD-0D9AF82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9D36E-D22A-4739-9BA1-188A2093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04414-2B23-4B33-B5FB-9F246E5F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58D49-B4CC-4A43-AE7B-608CEC79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2F532-E8D4-44D9-87A3-7B268EC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A6358-485D-4F83-8B4A-57A2C78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Ring counter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A2A5D-74CC-4243-A5DD-46990AA4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Recirculates one asserted bit.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2F2C0-7273-4824-9D44-0D1580D0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 intended states for N stages.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9B2B0-2BD6-4404-9FD6-A9A6847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Johnson counter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9A9C7-4E9B-4407-BEE5-DE2E890B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Feeds back the complement of the end bit.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A4CF6-9481-4697-A1AB-59385C7D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2N intended states from reset.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03AFE-9AA2-4C58-B1AE-6B0D8FC4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57740-A93A-4AE2-A0A7-393B3343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5817456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5D399-256F-4BF6-A8B2-00DF58679F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4a6e0626d4bc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CF44B-61F7-47C9-89AE-45EC9BC4F5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85dedadd7420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F24A7-9AC4-4CC6-BDC6-B46E53FD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D7EF5-658E-4238-A3AF-CA45E023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Four-stage 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0C83F-1D4A-4BD0-887B-FC97A09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6BEB9-A82B-4B22-96A3-B316F91C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D005D-127F-4628-A9E6-16F7176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75508-2814-4525-B48F-CC278DB8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EEA9C-2DAB-4D85-97F9-4B6D155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6C388-27E5-4243-A470-9D4C1ADB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6C7BE-81E9-4FAF-86C0-1B5FD9A1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19400"/>
            <a:ext cx="134302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85433-6068-4CA0-9BDB-A65B1524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95600"/>
            <a:ext cx="1133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11EA3-36CB-4671-BB9F-1C5FB915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146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995B8-4D38-4B7E-B91A-B5D89B4E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19400"/>
            <a:ext cx="134302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4394C-B241-43C2-A248-333FD9FA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133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1E8D4-FDB1-4CCF-B324-7B91B89E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90CEA-6FED-46DF-86FD-153D104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19400"/>
            <a:ext cx="134302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4CFDE-87AB-479D-BE88-B156A6E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133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54D39-9AB8-4806-B62D-FF2DC654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7328D-BEA1-4C40-8D2E-9C54D721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819400"/>
            <a:ext cx="134302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AB375-7EFE-4F9D-B7A7-F2374B7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1133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EEECE-AC92-4B2E-96A9-1EF5ED6F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One shift on each active 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F1302-EC45-45C6-BD64-FC83D7F0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Select a transfer mode, load a word or enter serial bits, and advance one edge at a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F0C97-9A8A-47CF-8D1B-731E8A3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lesson-05.html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19655789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B2281-C3F3-4939-B91D-D423985E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0BD1A-70B5-470B-982A-77869FBCB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3698ee93c4ad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45636-4EAA-40DB-8EF1-4EE507604E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0b30ada704ae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FB6FB-67CF-4A00-B7D1-B48C3AC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C58C7-B01B-4C90-AA1B-8807AB3C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L19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778AC-9B01-4A6D-9FF7-AB1E813B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FDF06-AB44-468D-A60B-2B4BEF5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Start a four-stage register at 0000. Shift in 1,0,1,1 at the left. Record the word after every edge and identify the SIPO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71DA0-8AF7-4D07-A56B-146ECD5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Mark bit order, shift direction, and whether load is serial or parallel.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6F74F-C698-47F3-B346-DB9C1AA7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D564D-C101-45B3-B2C5-345329BC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274ED-2950-4D2D-866E-EC355F26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edge-by-edge register words and the final parallel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BE700-0121-4A99-941A-3C58E403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81491-8CC6-4893-943B-438C22CB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1AC4B-EE3D-447D-9B6E-2134EAEE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L19  |  Week 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90497-38CB-440D-B9D6-DEAEE8C7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2C4E3-810F-4289-BE1F-85C4BE32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17576-D2E4-4280-9CF0-53BD4DCF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23999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ABA3D-8D4F-47DC-8772-16C66635DE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aed08fd254c8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AFDDB-5B53-421C-8EC8-BC00E8878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10c606ba44274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34A8A-5BA9-4BEC-8569-642D15D0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19BF0-C3E4-46DE-B3F4-7E62D0C7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60FB-E897-4E4D-B354-042025C9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96F84-4F52-41E9-86B5-763455A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699F0-2229-44A1-9BFF-81B901E3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E6A8C-E695-423B-A08F-8F3CC8B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F7A1E-CAD5-46A2-80B6-013B7115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27211-7DC4-41AE-B6E4-B5F0ACC5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F0E65-E39A-4724-BB71-C109E92D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8F855-16E8-4B30-82D1-1635A35D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Starting at 0000, shift right and insert the inverse of the rightmost bit.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A0226-A36D-464A-8FFF-51E094FE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BE6BC-AB57-4ED7-BC71-BD77A095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First four edges: 1000, 1100, 1110, 1111.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EDB18-B950-4744-B625-C4265578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21064799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7D2D2-2199-4032-8574-C9A29C6DA8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42a4b9192487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028D0-7A7A-4849-BEEB-F9BD832EA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515bc33e94bf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C203B-AE52-4470-A449-BF304576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27620-0CDA-4AF5-AC13-69019293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95A5E-AA51-492B-9052-F3DE8CFA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2E983-7637-4B6E-9CC5-8D6CE396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B80E0-957D-451F-A8B2-52EBC1BD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8E233-993D-4368-B51E-B873AD78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AD85F-AB82-4289-B160-F251FE9D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16CED-5235-4929-A1DA-6CAC0DC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33379-6FC4-4B14-9676-F64D89C1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B2318-6845-41F1-B5FC-BDE5EEBE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69DDF-7B71-42A1-9E97-63BBED1D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First four edges: 1000, 1100, 1110, 1111.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38663-2DDD-439B-9431-C4C6CEFA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9099B-5A31-4C73-824C-5D2CE533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E6BD7-58ED-4F54-A326-3D7BCF7A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Now the rightmost bit is 1, so zeros enter.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5FC95-3C58-4CC9-ADD0-D1A0B142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DADC4-E109-4981-B032-EB62D3F5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AEB8D-F783-4BD8-9E12-EBE3785A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Next states: 0111, 0011, 0001, 0000.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5D25A-7009-413F-846D-52F5D49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8A62B-162C-4382-BC04-DDE7BE79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cycle has eight states, equal to 2N for N=4.</a:t>
            </a:r>
          </a:p>
        </p:txBody>
      </p:sp>
    </p:spTree>
    <p:extLst>
      <p:ext uri="{BB962C8B-B14F-4D97-AF65-F5344CB8AC3E}">
        <p14:creationId xmlns:p14="http://schemas.microsoft.com/office/powerpoint/2010/main" val="629536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E94D6-AEDB-4561-8FD0-CC905EC1F9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fa5c392ba4e5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9F605-B79A-4731-BB34-56220C663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2a937b774cb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13B9B-8F90-4C33-9684-D49324C3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216C5-AA0F-422F-AA9D-52DAAA0C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1D040-D334-4CDA-9198-5A06EF6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82E08-A87A-4519-BBDC-9610FEDA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80771-6FBA-4D72-940A-D49CC19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F7A30-D45A-48B5-B6AD-B85F9D6F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53FE3-9679-4F95-BBF4-B001790C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03E75-6715-4D08-960E-2C554034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A49F1-74EA-4EE0-B377-F99C4315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A4551-1001-4CFE-9F66-9C69FC10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C9566-9F26-4A9F-9EA1-1A7F53EE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Four serial bits enter a four-stage register in one 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23D4F-B02E-4BF3-925F-AD69838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CD12-8AEB-4FA5-AC99-DE5A628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96A1F-3012-46AD-8A32-E05F8178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Serial input accepts one new bit at each 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A745C-1C42-4C7D-BE94-594709D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7BEAA-2025-4C0C-BB17-C713B29E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3493E-9F37-40BE-925A-038D875A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full register word after every edge.</a:t>
            </a:r>
          </a:p>
        </p:txBody>
      </p:sp>
    </p:spTree>
    <p:extLst>
      <p:ext uri="{BB962C8B-B14F-4D97-AF65-F5344CB8AC3E}">
        <p14:creationId xmlns:p14="http://schemas.microsoft.com/office/powerpoint/2010/main" val="2101646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0C118-CB28-47FF-8285-DFCB48BFB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2c48e258240b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331D6-AE74-4A51-8732-2773F0BA4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566962a24c8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8B872-C284-4EE2-9730-74105B99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AD663-0D22-4B79-87C2-BB62E1D8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8411D-A893-4F04-9C1E-8789BCE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B6C33-FA8C-4B14-8AE7-B0842C2B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F1B4C-C306-4375-AD8F-ADF92B3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F42CD-4D87-4C46-9E61-EE528795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35E3-C1BE-410A-8F8C-7B5DE69A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266AC-CE0D-41FD-9D1A-C88B3333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7B1BA-7419-4443-99EE-213509A7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87C96-7461-4323-B452-6B8E0E3E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How many intended states has a five-stage one-hot ring counter?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34499-1134-41B4-9148-1A68695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B3206-7418-4839-8E25-EE02AEE6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loaded four-bit PISO register emits its rightmost bit first. What serial sequence comes from 1011?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46D89-E679-4C9D-921E-E6130AFB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7766982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171E3-7814-4342-9B1A-5DF59BF4B4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3efa3c8344db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89389-88B5-4040-8099-DA82750439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fc404ae96402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C3F4F-4D9C-44FF-B273-A5895979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35317-324E-4A04-9E58-E3A26F13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704F7-DAF7-4FBA-BD9C-EFC3E984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C6967-3CE0-40B5-8DEA-9E2D36C7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96401-B018-4F92-A044-AF2375C1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67B1F-234F-4A27-95E0-62B79363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913DA-A337-40CD-95DD-52DDA8B3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67148-ABAD-45B1-9394-D0EF46C9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5FAAB-7610-4CA1-8647-E73F8EA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F5E9-EF63-4A17-9957-63D8A0EA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0159B-EF35-4820-8F86-4FF306A0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F69F5-145A-4165-AD37-32D6321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DAF97-FA92-4C4E-8D8D-72808519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E13FF-B817-4163-8DF0-0546AD28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1, 1, 0, 1.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9809D-276F-465E-B251-752EBF2A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16991796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46379-630C-44D7-B13A-8AB08994AC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6e084813e4b1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8B074-756E-4BBF-9E78-95FE78D372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c6e85e977410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1064C-51D9-4B57-88AE-57B0DCF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L19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38232-B577-457F-994D-B8C5FE5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5B1B8-B354-4304-9A10-9A89EE40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E715C-02F6-4A4A-9F45-2ADC4E42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7F267-2307-4138-8178-3E760665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8 §§8.1–8.2, pp. 493–506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F87CA-7BCA-4931-93EE-A37B8917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L19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ECE7F-F4C9-4BCF-AE16-383AAB9B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820E4-59E8-4744-AD6C-678140F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45551-6A3E-44CE-AC43-E3755013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24B10-F0E0-42AC-BE67-27E0E423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SISO, SIPO, PISO and PIPO transfers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42400-5FDA-462C-92D2-2574C7A2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3310C-3482-4E4D-9C9D-23365515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Determine shift-register latency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BE17A-FDFA-4807-B9AF-5F085EC1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7D314-8998-434C-9250-5B39BB4A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ring and Johnson counter cycles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89A93C-C11E-465C-9F11-DE294693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C0A78-E6BF-4175-ACB6-DD221402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8B3C8-6C0D-4B6F-9DF0-5C3FE45A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FSM synthesis, ASM and encoding. Use lesson-06.html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1868385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2026-10-13T11:24:38.6160000Z</dcterms:created>
  <dcterms:modified xsi:type="dcterms:W3CDTF">2026-10-13T11:24:38.6160000Z</dcterms:modified>
</coreProperties>
</file>